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SemiBold"/>
      <p:regular r:id="rId201315"/>
    </p:embeddedFont>
    <p:embeddedFont>
      <p:font typeface="Albert Sans Bold"/>
      <p:regular r:id="rId201316"/>
    </p:embeddedFont>
    <p:embeddedFont>
      <p:font typeface="Hedvig Letters Serif"/>
      <p:regular r:id="rId201317"/>
    </p:embeddedFont>
    <p:embeddedFont>
      <p:font typeface="Red Hat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939800"/>
            <a:ext cx="10769331" cy="3886398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3" name="Text 1"/>
          <p:cNvSpPr/>
          <p:nvPr/>
        </p:nvSpPr>
        <p:spPr>
          <a:xfrm>
            <a:off x="1193770" y="1415987"/>
            <a:ext cx="9804155" cy="169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200" spc="-50" kern="100" dirty="0">
                <a:solidFill>
                  <a:srgbClr val="000000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TextHack: High-Performance Pattern Matching &amp; Duplicate Document Detection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93770" y="3335933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1193770" y="3613745"/>
            <a:ext cx="1041373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B.Tech Final Year Project Review | Department of AI &amp; Data Science, KL University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93770" y="4163020"/>
            <a:ext cx="1041373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Presenter Name: Valakonda Pavan Kowshik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833390"/>
            <a:ext cx="5257668" cy="2001441"/>
          </a:xfrm>
          <a:prstGeom prst="roundRect">
            <a:avLst>
              <a:gd name="adj" fmla="val 1618"/>
            </a:avLst>
          </a:prstGeom>
          <a:solidFill>
            <a:srgbClr val="D4F7DF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3141047"/>
            <a:ext cx="495287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377" y="3463230"/>
            <a:ext cx="464808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12261A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Challenges: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Manual plagiarism verification bottlenecks and legacy O(N*M) string search inefficiencies.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24442" y="2833390"/>
            <a:ext cx="5257668" cy="2001441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8" name="Text 6"/>
          <p:cNvSpPr/>
          <p:nvPr/>
        </p:nvSpPr>
        <p:spPr>
          <a:xfrm>
            <a:off x="6629234" y="3141047"/>
            <a:ext cx="495287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234" y="3463230"/>
            <a:ext cx="464808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Objectives: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Implement linear-time O(N + M) pattern search and constant-time O(1) duplicate document registration.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Literature Review &amp; Existing Systems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028236"/>
            <a:ext cx="54862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85" y="3309144"/>
            <a:ext cx="51306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Context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769519"/>
            <a:ext cx="51306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Limitations of legacy tools like Turnitin (high memory overhead and heavy database indexing).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51439" y="3206036"/>
            <a:ext cx="51306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51439" y="3486944"/>
            <a:ext cx="51306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Resolution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1439" y="3947319"/>
            <a:ext cx="513067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Combining in-memory HashSets with KMP prefix table optimizations.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9498" y="1613396"/>
            <a:ext cx="12700" cy="4635004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Proposed 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95984"/>
            <a:ext cx="5378315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479" y="3659584"/>
            <a:ext cx="494652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WORKFLOW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5479" y="3987105"/>
            <a:ext cx="49465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2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Workflow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5479" y="4375646"/>
            <a:ext cx="4946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Stream-based file text ingestion, normalization, processing engine, and registry layer.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795" y="2472134"/>
            <a:ext cx="5378315" cy="1428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9689" y="3335734"/>
            <a:ext cx="494652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DESIGN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19689" y="3663255"/>
            <a:ext cx="49465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2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Design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19689" y="4051796"/>
            <a:ext cx="4946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Modular layout separating string pattern matching from duplicate lookup audit trails.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Methodology &amp; Algorithms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796877"/>
            <a:ext cx="5257668" cy="2074366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3076277"/>
            <a:ext cx="8177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378498"/>
            <a:ext cx="5257668" cy="1905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7" name="Text 5"/>
          <p:cNvSpPr/>
          <p:nvPr/>
        </p:nvSpPr>
        <p:spPr>
          <a:xfrm>
            <a:off x="888978" y="3527028"/>
            <a:ext cx="46988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KMP Algorithm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8978" y="3988038"/>
            <a:ext cx="46988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Utilizes LPS prefix tables to skip redundant character checks in O(N + M) time.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2" y="2796877"/>
            <a:ext cx="5257668" cy="20743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5" y="3076277"/>
            <a:ext cx="87627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4442" y="3378498"/>
            <a:ext cx="5257668" cy="1905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03835" y="3527028"/>
            <a:ext cx="46988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HashSet Registry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03835" y="3988038"/>
            <a:ext cx="46988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Stores normalized text signatures in JVM memory for instant O(1) duplicate rejection.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663527"/>
            <a:ext cx="5257668" cy="2341166"/>
          </a:xfrm>
          <a:prstGeom prst="roundRect">
            <a:avLst>
              <a:gd name="adj" fmla="val 1383"/>
            </a:avLst>
          </a:prstGeom>
          <a:solidFill>
            <a:srgbClr val="D4F7D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" y="2968327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377" y="3635077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Core Stack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377" y="4096087"/>
            <a:ext cx="495287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Java, JavaScript, HTML5, and Tailwind CSS.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24442" y="2663527"/>
            <a:ext cx="5257668" cy="2341166"/>
          </a:xfrm>
          <a:prstGeom prst="roundRect">
            <a:avLst>
              <a:gd name="adj" fmla="val 1383"/>
            </a:avLst>
          </a:prstGeom>
          <a:solidFill>
            <a:srgbClr val="D4F7D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234" y="2968327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234" y="3635077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Environment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629234" y="4096087"/>
            <a:ext cx="464808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VS Code development workspace with interactive UI components.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Implementation &amp;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721570"/>
            <a:ext cx="5257668" cy="381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081298"/>
            <a:ext cx="5257668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spc="-144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&lt; 0.1ms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09585" y="4235351"/>
            <a:ext cx="525766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12261A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Performance: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Sub-millisecond execution latency (&lt; 0.1ms) for duplicate lookups.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24442" y="2721570"/>
            <a:ext cx="5257668" cy="381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8" name="Text 6"/>
          <p:cNvSpPr/>
          <p:nvPr/>
        </p:nvSpPr>
        <p:spPr>
          <a:xfrm>
            <a:off x="6324442" y="3016528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REAL-TIME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4442" y="3338711"/>
            <a:ext cx="525766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12261A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Output: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Real-time UI logs showing successful unique entries vs. instant duplicate alerts.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Advantages &amp; Real-World Applications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458442"/>
            <a:ext cx="5257668" cy="2751336"/>
          </a:xfrm>
          <a:prstGeom prst="roundRect">
            <a:avLst>
              <a:gd name="adj" fmla="val 1177"/>
            </a:avLst>
          </a:prstGeom>
          <a:solidFill>
            <a:srgbClr val="EFF7F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" y="2763242"/>
            <a:ext cx="647684" cy="647700"/>
          </a:xfrm>
          <a:prstGeom prst="ellipse">
            <a:avLst/>
          </a:prstGeom>
          <a:solidFill>
            <a:srgbClr val="1781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298" y="2925167"/>
            <a:ext cx="323842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377" y="3537942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377" y="3998952"/>
            <a:ext cx="464808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Zero speed degradation as corpus scales, constant-time performance, and high accuracy.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24442" y="2458442"/>
            <a:ext cx="5257668" cy="2751336"/>
          </a:xfrm>
          <a:prstGeom prst="roundRect">
            <a:avLst>
              <a:gd name="adj" fmla="val 117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234" y="2763242"/>
            <a:ext cx="647684" cy="647700"/>
          </a:xfrm>
          <a:prstGeom prst="ellipse">
            <a:avLst/>
          </a:prstGeom>
          <a:solidFill>
            <a:srgbClr val="1781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155" y="2925167"/>
            <a:ext cx="323842" cy="3238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234" y="3537942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234" y="3998952"/>
            <a:ext cx="464808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Academic assignment screening, code repository redundancy checks, and enterprise text analytics.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1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Challenges &amp; Future Enhancements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206036"/>
            <a:ext cx="54862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85" y="3486944"/>
            <a:ext cx="51306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947319"/>
            <a:ext cx="513067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Managing memory allocation during large-scale text parsing.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5848" y="1613396"/>
            <a:ext cx="5486263" cy="4635004"/>
          </a:xfrm>
          <a:custGeom>
            <a:avLst/>
            <a:gdLst/>
            <a:ahLst/>
            <a:cxnLst/>
            <a:rect l="l" t="t" r="r" b="b"/>
            <a:pathLst>
              <a:path w="5486263" h="4635004">
                <a:moveTo>
                  <a:pt x="0" y="0"/>
                </a:moveTo>
                <a:lnTo>
                  <a:pt x="5459276" y="0"/>
                </a:lnTo>
                <a:arcTo hR="26987" wR="26987" stAng="16200000" swAng="5400000"/>
                <a:lnTo>
                  <a:pt x="5486263" y="4608016"/>
                </a:lnTo>
                <a:arcTo hR="26987" wR="26987" stAng="0" swAng="5400000"/>
                <a:lnTo>
                  <a:pt x="0" y="4635004"/>
                </a:lnTo>
                <a:lnTo>
                  <a:pt x="0" y="0"/>
                </a:lnTo>
                <a:close/>
              </a:path>
            </a:pathLst>
          </a:custGeom>
          <a:solidFill>
            <a:srgbClr val="EFF7F0"/>
          </a:solidFill>
          <a:ln/>
        </p:spPr>
      </p:sp>
      <p:sp>
        <p:nvSpPr>
          <p:cNvPr id="8" name="Text 6"/>
          <p:cNvSpPr/>
          <p:nvPr/>
        </p:nvSpPr>
        <p:spPr>
          <a:xfrm>
            <a:off x="6451439" y="3206036"/>
            <a:ext cx="51306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1439" y="3486944"/>
            <a:ext cx="47750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51439" y="3947319"/>
            <a:ext cx="477508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Integrating TF-IDF and Cosine Similarity for advanced semantic fuzzy matching.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9498" y="1613396"/>
            <a:ext cx="12700" cy="4635004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03107"/>
            <a:ext cx="792460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551642"/>
            <a:ext cx="7315017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spc="-144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Conclusion &amp; Q&amp;A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09585" y="3763863"/>
            <a:ext cx="201111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041676"/>
            <a:ext cx="7315017" cy="161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2261A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Summary: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Successfully designed and deployed a high-performance text analytics and duplicate prevention framework.</a:t>
            </a:r>
            <a:endParaRPr lang="en-US" sz="2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12261A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Closing: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Thank you. Open for questions and discussion.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EFF7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778" y="3159125"/>
            <a:ext cx="539736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2026-10-07T03:57:05Z</dcterms:created>
  <dcterms:modified xsi:type="dcterms:W3CDTF">2026-10-07T03:57:05Z</dcterms:modified>
</cp:coreProperties>
</file>