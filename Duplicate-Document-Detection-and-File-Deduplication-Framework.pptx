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Unbounded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7068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Duplicate Document Detection &amp; File Deduplication Framework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799880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26A68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Tech Stack: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Java, MongoDB, SHA-256 Hashing, String Algorithms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6A68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Presenter: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Pavan | KL University, Hyderabad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0048"/>
            <a:ext cx="1390318" cy="232767"/>
          </a:xfrm>
          <a:prstGeom prst="roundRect">
            <a:avLst>
              <a:gd name="adj" fmla="val 22105"/>
            </a:avLst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349" y="595213"/>
            <a:ext cx="122433" cy="1224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6998" y="595837"/>
            <a:ext cx="1632504" cy="140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FOCUS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845660"/>
            <a:ext cx="10868745" cy="4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51246" y="1486991"/>
            <a:ext cx="5468106" cy="1263848"/>
          </a:xfrm>
          <a:prstGeom prst="roundRect">
            <a:avLst>
              <a:gd name="adj" fmla="val 8724"/>
            </a:avLst>
          </a:prstGeom>
          <a:solidFill>
            <a:srgbClr val="26A688"/>
          </a:solidFill>
          <a:ln/>
        </p:spPr>
      </p:sp>
      <p:sp>
        <p:nvSpPr>
          <p:cNvPr id="7" name="Text 4"/>
          <p:cNvSpPr/>
          <p:nvPr/>
        </p:nvSpPr>
        <p:spPr>
          <a:xfrm>
            <a:off x="704336" y="1624220"/>
            <a:ext cx="5161925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4336" y="1979139"/>
            <a:ext cx="5161925" cy="664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Conventional linear search scales at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O(n)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brute-force comparisons scale at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O(n²)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causing severe bottlenecks and high latency for large datasets.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88922" y="1624220"/>
            <a:ext cx="5247648" cy="239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Objective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88922" y="1979139"/>
            <a:ext cx="5247648" cy="664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a high-performance, memory-safe file deduplication framework using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SHA-256 hashing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database indexing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Java — reducing lookup complexity to constant time.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241" y="2890341"/>
            <a:ext cx="3315212" cy="34275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100" y="2999977"/>
            <a:ext cx="1912339" cy="5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Problem: O(n²) Bottleneck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99179" y="5688405"/>
            <a:ext cx="1912339" cy="5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Solution: SHA-256 + Index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57970"/>
            <a:ext cx="1347258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26A6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159" y="1911704"/>
            <a:ext cx="177547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CONTEXT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215754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Literature Review</a:t>
            </a:r>
            <a:endParaRPr lang="en-US" sz="2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89833"/>
            <a:ext cx="3542219" cy="22101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7928" y="2960092"/>
            <a:ext cx="3125511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Text Analytics &amp; Sequence Search Engines (TextHack)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07928" y="3741341"/>
            <a:ext cx="3125511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Integrates multi-algorithm frameworks for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pattern searching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fuzzy matching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document similarity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establishing the foundation for hybrid deduplication pipelines.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4639" y="2789833"/>
            <a:ext cx="3542318" cy="22101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1092" y="2960092"/>
            <a:ext cx="312561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Exact String Matching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571092" y="3268861"/>
            <a:ext cx="3125610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Compares Naïve matching at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O(m × n)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linear-time alternatives like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Knuth-Morris-Pratt (KMP)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O(N + M)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using LPS preprocessing tables for efficient pattern location.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7902" y="2789833"/>
            <a:ext cx="3542318" cy="22101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34355" y="2960092"/>
            <a:ext cx="3125610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Advanced Indexing Structures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234355" y="3505101"/>
            <a:ext cx="3125610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Utilizes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Tries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Suffix Arrays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Kasai's algorithm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construct Longest Common Prefix (LCP) arrays in linear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O(n)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time — enabling scalable substring search.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89001"/>
            <a:ext cx="1350333" cy="243979"/>
          </a:xfrm>
          <a:prstGeom prst="roundRect">
            <a:avLst>
              <a:gd name="adj" fmla="val 22126"/>
            </a:avLst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14" y="1746746"/>
            <a:ext cx="128485" cy="128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492" y="1747066"/>
            <a:ext cx="1574562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201442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Methodology &amp; System Architecture</a:t>
            </a:r>
            <a:endParaRPr lang="en-US" sz="3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694384"/>
            <a:ext cx="3622882" cy="642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106" y="3473549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1: Stream Chunking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22106" y="3806428"/>
            <a:ext cx="3301620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Reading documents in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buffer blocks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maintain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O(1) auxiliary space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complexity in Java and prevent RAM crashes on large files.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357" y="2694384"/>
            <a:ext cx="3622882" cy="642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44988" y="3473549"/>
            <a:ext cx="3301620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2: SHA-256 Fingerprinting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4444988" y="4057452"/>
            <a:ext cx="3301620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file data into unique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64-character cryptographic hash signatures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 deterministic, collision-resistant file identity.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239" y="2694384"/>
            <a:ext cx="3622882" cy="6426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67870" y="3473549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3: MongoDB Indexing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067870" y="3806428"/>
            <a:ext cx="330162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Storing and querying hash values to turn linear checks into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instant O(1) constant-time lookups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via indexed collections.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65784"/>
            <a:ext cx="1136820" cy="215305"/>
          </a:xfrm>
          <a:prstGeom prst="roundRect">
            <a:avLst>
              <a:gd name="adj" fmla="val 22123"/>
            </a:avLst>
          </a:prstGeom>
          <a:noFill/>
          <a:ln w="6350">
            <a:solidFill>
              <a:srgbClr val="26A6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503" y="1716683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1715840"/>
            <a:ext cx="140629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BIBLIOGRAPHY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1946148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Research Papers &amp; References</a:t>
            </a:r>
            <a:endParaRPr lang="en-US" sz="2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26010"/>
            <a:ext cx="5381193" cy="20753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45761" y="262155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822205" y="3076575"/>
            <a:ext cx="5059732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"Data De-Duplication Using SHA (Secure Hash Algorithm)"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22205" y="3583186"/>
            <a:ext cx="5059732" cy="659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International Journal of Scientific Research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Focuses on eliminating redundant data blocks using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cryptographic hashing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directly informing the SHA-256 fingerprinting stage of this framework.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8928" y="2526010"/>
            <a:ext cx="5381292" cy="20753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33214" y="262155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309659" y="3076575"/>
            <a:ext cx="5059831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"Byte-index Chunking Algorithm for Data Deduplication System"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309659" y="3583186"/>
            <a:ext cx="5059831" cy="85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International Journal of Security and Its Applications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Details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file block hashing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index table lookups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foundational to the stream chunking and MongoDB indexing methodology adopted in this project.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61475" y="4720927"/>
            <a:ext cx="10868745" cy="471190"/>
          </a:xfrm>
          <a:prstGeom prst="roundRect">
            <a:avLst>
              <a:gd name="adj" fmla="val 12636"/>
            </a:avLst>
          </a:prstGeom>
          <a:solidFill>
            <a:srgbClr val="D6F5E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156" y="4878288"/>
            <a:ext cx="177200" cy="1416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22037" y="4866968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references are sourced from peer-reviewed international journals. Terminology and complexity classes are preserved verbatim from the cited works.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2026-10-09T07:37:28Z</dcterms:created>
  <dcterms:modified xsi:type="dcterms:W3CDTF">2026-10-09T07:37:28Z</dcterms:modified>
</cp:coreProperties>
</file>